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Layouts/slideLayout6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3.xml" ContentType="application/vnd.openxmlformats-officedocument.presentationml.notesSlide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presentation.xml" ContentType="application/vnd.openxmlformats-officedocument.presentationml.presentation.main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9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 /><Relationship Id="rId21" Type="http://schemas.openxmlformats.org/officeDocument/2006/relationships/tableStyles" Target="tableStyles.xml" /><Relationship Id="rId22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738293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50076780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546296977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320596134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13675393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84492069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0301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707118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55221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010785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631671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8615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FE0598-F9F8-48F2-46C1-D3E0E8CC140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19708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180532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5458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A6DFF92-E1BF-1174-EC25-38CBE3DDC8A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898270-79DC-18AD-D610-5489C4D2795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9644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509684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205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68265B-199B-5C85-CC80-1BC2562617D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686005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440937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84386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205B35-D9B2-A259-5582-2DCBAACA53B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BB57B7E-2A48-E614-BA13-7E58C4F2440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59515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553712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6042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0E4C52-E95F-745B-6446-8BF55335A0A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070733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989912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1197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71A1F5A-A115-59A1-6A1E-8246150F39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3D99745-2DA8-40C7-6B92-7A264B2C095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385624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733000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292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C9BC16-9FBD-CEBB-BBCC-4CFC6A20450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245432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926431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165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9F2A9-7991-C73E-1A22-6E53A5FDD60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0313B5-6E49-C5C2-27A2-80E71F5ACBC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18114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743583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54028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0136978-C454-EDC5-8360-4932CC104C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000654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0804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8644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8E2DF6-42C4-19CA-6635-50300D508E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1798144" name="Title 1"/>
          <p:cNvSpPr>
            <a:spLocks noGrp="1"/>
          </p:cNvSpPr>
          <p:nvPr>
            <p:ph type="ctrTitle"/>
          </p:nvPr>
        </p:nvSpPr>
        <p:spPr bwMode="auto">
          <a:xfrm>
            <a:off x="1523999" y="1122362"/>
            <a:ext cx="9144000" cy="2387599"/>
          </a:xfrm>
        </p:spPr>
        <p:txBody>
          <a:bodyPr anchor="b"/>
          <a:lstStyle>
            <a:lvl1pPr algn="ctr">
              <a:defRPr sz="45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4226071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3999" y="3602037"/>
            <a:ext cx="9144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40281398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9026010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301987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999626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23832162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59003775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15782660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22313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8727793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5612475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7741387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83505576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649780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867409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119000382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198" y="1825625"/>
            <a:ext cx="5181599" cy="4351338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4802459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599" cy="4351338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12734390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92110774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839717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3003593" name="Title 1"/>
          <p:cNvSpPr>
            <a:spLocks noGrp="1"/>
          </p:cNvSpPr>
          <p:nvPr>
            <p:ph type="title"/>
          </p:nvPr>
        </p:nvSpPr>
        <p:spPr bwMode="auto">
          <a:xfrm>
            <a:off x="839787" y="365125"/>
            <a:ext cx="10515600" cy="1325562"/>
          </a:xfrm>
        </p:spPr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17735905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9" y="1681162"/>
            <a:ext cx="5157785" cy="82391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17261262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9" y="2505074"/>
            <a:ext cx="5157785" cy="3684587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0237573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2"/>
            <a:ext cx="5183187" cy="82391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379229432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7" cy="3684587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615979187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75485695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8037584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699093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10968900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97602700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11785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43931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44216893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49353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2031644" name="Title 1"/>
          <p:cNvSpPr>
            <a:spLocks noGrp="1"/>
          </p:cNvSpPr>
          <p:nvPr>
            <p:ph type="title"/>
          </p:nvPr>
        </p:nvSpPr>
        <p:spPr bwMode="auto">
          <a:xfrm>
            <a:off x="839787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459584099" name="Content Placeholder 2"/>
          <p:cNvSpPr>
            <a:spLocks noGrp="1"/>
          </p:cNvSpPr>
          <p:nvPr>
            <p:ph idx="1"/>
          </p:nvPr>
        </p:nvSpPr>
        <p:spPr bwMode="auto">
          <a:xfrm>
            <a:off x="5183187" y="987425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24353507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7" y="2057399"/>
            <a:ext cx="3932237" cy="381158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95558252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90684147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110171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480133" name="Title 1"/>
          <p:cNvSpPr>
            <a:spLocks noGrp="1"/>
          </p:cNvSpPr>
          <p:nvPr>
            <p:ph type="title"/>
          </p:nvPr>
        </p:nvSpPr>
        <p:spPr bwMode="auto">
          <a:xfrm>
            <a:off x="839787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49590392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7" y="987425"/>
            <a:ext cx="6172200" cy="4873625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>
              <a:defRPr/>
            </a:pPr>
            <a:r>
              <a:rPr/>
              <a:t>Click icon to add picture</a:t>
            </a:r>
            <a:endParaRPr/>
          </a:p>
        </p:txBody>
      </p:sp>
      <p:sp>
        <p:nvSpPr>
          <p:cNvPr id="43432244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7" y="2057399"/>
            <a:ext cx="3932237" cy="381158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89189557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213586759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2395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05147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73650610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84411884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61808387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677794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332865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899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1887027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198" y="365125"/>
            <a:ext cx="7734299" cy="5811838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81127652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37102490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42062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pattFill prst="pct80">
          <a:fgClr>
            <a:schemeClr val="bg1"/>
          </a:fgClr>
          <a:bgClr>
            <a:schemeClr val="tx2">
              <a:lumMod val="50000"/>
            </a:schemeClr>
          </a:bgClr>
        </a:patt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4842272" name="Title Placeholder 1"/>
          <p:cNvSpPr>
            <a:spLocks noGrp="1"/>
          </p:cNvSpPr>
          <p:nvPr>
            <p:ph type="title"/>
          </p:nvPr>
        </p:nvSpPr>
        <p:spPr bwMode="auto">
          <a:xfrm>
            <a:off x="838198" y="365125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18840116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198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87458260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11428546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8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875751571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>
        <a:lnSpc>
          <a:spcPct val="90000"/>
        </a:lnSpc>
        <a:spcBef>
          <a:spcPts val="0"/>
        </a:spcBef>
        <a:buNone/>
        <a:defRPr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>
        <a:lnSpc>
          <a:spcPct val="90000"/>
        </a:lnSpc>
        <a:spcBef>
          <a:spcPts val="749"/>
        </a:spcBef>
        <a:buFont typeface="Arial"/>
        <a:buChar char="•"/>
        <a:defRPr sz="21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5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2187764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latin typeface="Adwaita Sans"/>
                <a:ea typeface="Adwaita Sans"/>
                <a:cs typeface="Adwaita Sans"/>
              </a:rPr>
              <a:t>Проектная работа</a:t>
            </a:r>
            <a:endParaRPr>
              <a:latin typeface="Adwaita Sans"/>
              <a:cs typeface="Adwaita Sans"/>
            </a:endParaRPr>
          </a:p>
        </p:txBody>
      </p:sp>
      <p:sp>
        <p:nvSpPr>
          <p:cNvPr id="429423621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1800" b="0" i="0" u="none" strike="noStrike" cap="none" spc="0">
                <a:solidFill>
                  <a:schemeClr val="tx1"/>
                </a:solidFill>
                <a:latin typeface="Adwaita Sans"/>
                <a:ea typeface="Adwaita Sans"/>
                <a:cs typeface="Adwaita Sans"/>
              </a:rPr>
              <a:t>Проектирование и разработка информационной системы обмена книгами между пользователями «BookSwap»</a:t>
            </a:r>
            <a:endParaRPr>
              <a:latin typeface="Adwaita Sans"/>
              <a:cs typeface="Adwaita Sans"/>
            </a:endParaRPr>
          </a:p>
        </p:txBody>
      </p:sp>
      <p:sp>
        <p:nvSpPr>
          <p:cNvPr id="2101836041" name=""/>
          <p:cNvSpPr txBox="1"/>
          <p:nvPr/>
        </p:nvSpPr>
        <p:spPr bwMode="auto">
          <a:xfrm rot="0" flipH="0" flipV="0">
            <a:off x="7417284" y="5347607"/>
            <a:ext cx="4220087" cy="914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>
                <a:latin typeface="Adwaita Sans"/>
                <a:ea typeface="Adwaita Sans"/>
                <a:cs typeface="Adwaita Sans"/>
              </a:rPr>
              <a:t>Выполнили:</a:t>
            </a:r>
            <a:endParaRPr>
              <a:latin typeface="Adwaita Sans"/>
              <a:cs typeface="Adwaita Sans"/>
            </a:endParaRPr>
          </a:p>
          <a:p>
            <a:pPr>
              <a:defRPr/>
            </a:pPr>
            <a:r>
              <a:rPr lang="ru-RU" sz="1800" b="0" i="0" u="none" strike="noStrike" cap="none" spc="0">
                <a:solidFill>
                  <a:schemeClr val="tx1"/>
                </a:solidFill>
                <a:latin typeface="Adwaita Sans"/>
                <a:ea typeface="Adwaita Sans"/>
                <a:cs typeface="Adwaita Sans"/>
              </a:rPr>
              <a:t>Мясоутов Руслан </a:t>
            </a:r>
            <a:r>
              <a:rPr lang="ru-RU" sz="1800" b="0" i="0" u="none" strike="noStrike" cap="none" spc="0">
                <a:solidFill>
                  <a:schemeClr val="tx1"/>
                </a:solidFill>
                <a:latin typeface="Adwaita Sans"/>
                <a:ea typeface="Adwaita Sans"/>
                <a:cs typeface="Adwaita Sans"/>
              </a:rPr>
              <a:t>Раисович</a:t>
            </a:r>
            <a:endParaRPr>
              <a:latin typeface="Adwaita Sans"/>
              <a:cs typeface="Adwaita Sans"/>
            </a:endParaRPr>
          </a:p>
          <a:p>
            <a:pPr>
              <a:defRPr/>
            </a:pPr>
            <a:r>
              <a:rPr lang="ru-RU" sz="1800" b="0" i="0" u="none" strike="noStrike" cap="none" spc="0">
                <a:solidFill>
                  <a:schemeClr val="tx1"/>
                </a:solidFill>
                <a:latin typeface="Adwaita Sans"/>
                <a:ea typeface="Adwaita Sans"/>
                <a:cs typeface="Adwaita Sans"/>
              </a:rPr>
              <a:t>Конюхов Матвей Витальевич</a:t>
            </a:r>
            <a:endParaRPr>
              <a:latin typeface="Adwaita Sans"/>
              <a:cs typeface="Adwaita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014130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3300" b="0" i="0" u="none" strike="noStrike" cap="none" spc="0">
                <a:solidFill>
                  <a:schemeClr val="tx1"/>
                </a:solidFill>
                <a:latin typeface="Adwaita Sans"/>
                <a:ea typeface="Adwaita Sans"/>
                <a:cs typeface="Adwaita Sans"/>
              </a:rPr>
              <a:t>Цель проекта</a:t>
            </a:r>
            <a:endParaRPr>
              <a:latin typeface="Adwaita Sans"/>
              <a:cs typeface="Adwaita Sans"/>
            </a:endParaRPr>
          </a:p>
        </p:txBody>
      </p:sp>
      <p:sp>
        <p:nvSpPr>
          <p:cNvPr id="16574098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8" y="1825625"/>
            <a:ext cx="10515600" cy="1045481"/>
          </a:xfrm>
        </p:spPr>
        <p:txBody>
          <a:bodyPr/>
          <a:lstStyle/>
          <a:p>
            <a:pPr>
              <a:defRPr/>
            </a:pPr>
            <a:r>
              <a:rPr lang="ru-RU" sz="2100" b="0" i="0" u="none" strike="noStrike" cap="none" spc="0">
                <a:solidFill>
                  <a:schemeClr val="tx1"/>
                </a:solidFill>
                <a:latin typeface="Adwaita Sans"/>
                <a:ea typeface="Adwaita Sans"/>
                <a:cs typeface="Adwaita Sans"/>
              </a:rPr>
              <a:t>Разработка веб-платформы, </a:t>
            </a:r>
            <a:r>
              <a:rPr lang="ru-RU" sz="2100" b="0" i="0" u="none" strike="noStrike" cap="none" spc="0">
                <a:solidFill>
                  <a:schemeClr val="tx1"/>
                </a:solidFill>
                <a:latin typeface="Adwaita Sans"/>
                <a:ea typeface="Adwaita Sans"/>
                <a:cs typeface="Adwaita Sans"/>
              </a:rPr>
              <a:t>обеспечивающей </a:t>
            </a:r>
            <a:r>
              <a:rPr lang="ru-RU" sz="2100" b="0" i="0" u="none" strike="noStrike" cap="none" spc="0">
                <a:solidFill>
                  <a:schemeClr val="tx1"/>
                </a:solidFill>
                <a:latin typeface="Adwaita Sans"/>
                <a:ea typeface="Adwaita Sans"/>
                <a:cs typeface="Adwaita Sans"/>
              </a:rPr>
              <a:t>поиск, обмен и учёт книг между пользователями на основе геолокации и системы рейтингов.</a:t>
            </a:r>
            <a:endParaRPr>
              <a:latin typeface="Adwaita Sans"/>
              <a:cs typeface="Adwaita Sans"/>
            </a:endParaRPr>
          </a:p>
        </p:txBody>
      </p:sp>
      <p:sp>
        <p:nvSpPr>
          <p:cNvPr id="1798088514" name="Title 1"/>
          <p:cNvSpPr>
            <a:spLocks noGrp="1"/>
          </p:cNvSpPr>
          <p:nvPr/>
        </p:nvSpPr>
        <p:spPr bwMode="auto">
          <a:xfrm>
            <a:off x="838198" y="2626632"/>
            <a:ext cx="10515600" cy="1325561"/>
          </a:xfr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>
              <a:lnSpc>
                <a:spcPct val="90000"/>
              </a:lnSpc>
              <a:spcBef>
                <a:spcPts val="0"/>
              </a:spcBef>
              <a:buNone/>
              <a:defRPr sz="33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 sz="3300" b="0" i="0" u="none" strike="noStrike" cap="none" spc="0">
                <a:solidFill>
                  <a:schemeClr val="tx1"/>
                </a:solidFill>
                <a:latin typeface="Adwaita Sans"/>
                <a:ea typeface="Adwaita Sans"/>
                <a:cs typeface="Adwaita Sans"/>
              </a:rPr>
              <a:t>Задачи</a:t>
            </a:r>
            <a:endParaRPr>
              <a:latin typeface="Adwaita Sans"/>
              <a:cs typeface="Adwaita Sans"/>
            </a:endParaRPr>
          </a:p>
        </p:txBody>
      </p:sp>
      <p:sp>
        <p:nvSpPr>
          <p:cNvPr id="1182316000" name="Content Placeholder 2"/>
          <p:cNvSpPr>
            <a:spLocks noGrp="1"/>
          </p:cNvSpPr>
          <p:nvPr/>
        </p:nvSpPr>
        <p:spPr bwMode="auto">
          <a:xfrm flipH="0" flipV="0">
            <a:off x="990598" y="3687535"/>
            <a:ext cx="10515600" cy="251732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0000" lnSpcReduction="4000"/>
          </a:bodyPr>
          <a:lstStyle>
            <a:lvl1pPr marL="171450" indent="-171450" algn="l" defTabSz="685800" rtl="0">
              <a:lnSpc>
                <a:spcPct val="90000"/>
              </a:lnSpc>
              <a:spcBef>
                <a:spcPts val="749"/>
              </a:spcBef>
              <a:buFont typeface="Arial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72865" indent="-272865">
              <a:buFont typeface="Arial"/>
              <a:buAutoNum type="arabicPeriod"/>
              <a:defRPr/>
            </a:pPr>
            <a:endParaRPr sz="2100" b="0" i="0" u="none" strike="noStrike" cap="none" spc="0">
              <a:solidFill>
                <a:schemeClr val="tx1"/>
              </a:solidFill>
              <a:latin typeface="Adwaita Sans"/>
              <a:cs typeface="Adwaita Sans"/>
            </a:endParaRPr>
          </a:p>
          <a:p>
            <a:pPr marL="272865" indent="-272865">
              <a:buFont typeface="Arial"/>
              <a:buAutoNum type="arabicPeriod"/>
              <a:defRPr/>
            </a:pPr>
            <a:r>
              <a:rPr lang="en-US" sz="2100" b="0" i="0" u="none" strike="noStrike" cap="none" spc="0">
                <a:solidFill>
                  <a:schemeClr val="tx1"/>
                </a:solidFill>
                <a:latin typeface="Adwaita Sans"/>
                <a:ea typeface="Adwaita Sans"/>
                <a:cs typeface="Adwaita Sans"/>
              </a:rPr>
              <a:t>    Провести анализ предметной области и существующих аналогов</a:t>
            </a:r>
            <a:endParaRPr sz="2100" b="0" i="0" u="none" strike="noStrike" cap="none" spc="0">
              <a:solidFill>
                <a:schemeClr val="tx1"/>
              </a:solidFill>
              <a:latin typeface="Adwaita Sans"/>
              <a:cs typeface="Adwaita Sans"/>
            </a:endParaRPr>
          </a:p>
          <a:p>
            <a:pPr marL="272865" indent="-272865">
              <a:buFont typeface="Arial"/>
              <a:buAutoNum type="arabicPeriod"/>
              <a:defRPr/>
            </a:pPr>
            <a:r>
              <a:rPr lang="en-US" sz="2100" b="0" i="0" u="none" strike="noStrike" cap="none" spc="0">
                <a:solidFill>
                  <a:schemeClr val="tx1"/>
                </a:solidFill>
                <a:latin typeface="Adwaita Sans"/>
                <a:ea typeface="Adwaita Sans"/>
                <a:cs typeface="Adwaita Sans"/>
              </a:rPr>
              <a:t>    Спроектировать архитектуру системы и базу данных</a:t>
            </a:r>
            <a:endParaRPr sz="2100" b="0" i="0" u="none" strike="noStrike" cap="none" spc="0">
              <a:solidFill>
                <a:schemeClr val="tx1"/>
              </a:solidFill>
              <a:latin typeface="Adwaita Sans"/>
              <a:cs typeface="Adwaita Sans"/>
            </a:endParaRPr>
          </a:p>
          <a:p>
            <a:pPr marL="272865" indent="-272865">
              <a:buFont typeface="Arial"/>
              <a:buAutoNum type="arabicPeriod"/>
              <a:defRPr/>
            </a:pPr>
            <a:r>
              <a:rPr lang="en-US" sz="2100" b="0" i="0" u="none" strike="noStrike" cap="none" spc="0">
                <a:solidFill>
                  <a:schemeClr val="tx1"/>
                </a:solidFill>
                <a:latin typeface="Adwaita Sans"/>
                <a:ea typeface="Adwaita Sans"/>
                <a:cs typeface="Adwaita Sans"/>
              </a:rPr>
              <a:t>    Разработать модели бизнес-процессов в нотациях IDEF0, DFD, BPMN</a:t>
            </a:r>
            <a:endParaRPr sz="2100" b="0" i="0" u="none" strike="noStrike" cap="none" spc="0">
              <a:solidFill>
                <a:schemeClr val="tx1"/>
              </a:solidFill>
              <a:latin typeface="Adwaita Sans"/>
              <a:cs typeface="Adwaita Sans"/>
            </a:endParaRPr>
          </a:p>
          <a:p>
            <a:pPr marL="272865" indent="-272865">
              <a:buFont typeface="Arial"/>
              <a:buAutoNum type="arabicPeriod"/>
              <a:defRPr/>
            </a:pPr>
            <a:r>
              <a:rPr lang="en-US" sz="2100" b="0" i="0" u="none" strike="noStrike" cap="none" spc="0">
                <a:solidFill>
                  <a:schemeClr val="tx1"/>
                </a:solidFill>
                <a:latin typeface="Adwaita Sans"/>
                <a:ea typeface="Adwaita Sans"/>
                <a:cs typeface="Adwaita Sans"/>
              </a:rPr>
              <a:t>    Создать UML-диаграммы структурного и поведенческого типов</a:t>
            </a:r>
            <a:endParaRPr sz="2100" b="0" i="0" u="none" strike="noStrike" cap="none" spc="0">
              <a:solidFill>
                <a:schemeClr val="tx1"/>
              </a:solidFill>
              <a:latin typeface="Adwaita Sans"/>
              <a:cs typeface="Adwaita Sans"/>
            </a:endParaRPr>
          </a:p>
          <a:p>
            <a:pPr marL="272865" indent="-272865">
              <a:buFont typeface="Arial"/>
              <a:buAutoNum type="arabicPeriod"/>
              <a:defRPr/>
            </a:pPr>
            <a:r>
              <a:rPr lang="en-US" sz="2100" b="0" i="0" u="none" strike="noStrike" cap="none" spc="0">
                <a:solidFill>
                  <a:schemeClr val="tx1"/>
                </a:solidFill>
                <a:latin typeface="Adwaita Sans"/>
                <a:ea typeface="Adwaita Sans"/>
                <a:cs typeface="Adwaita Sans"/>
              </a:rPr>
              <a:t>    Спроектировать ER-диаграмму и реализовать базу данных PostgreSQL</a:t>
            </a:r>
            <a:endParaRPr sz="2100" b="0" i="0" u="none" strike="noStrike" cap="none" spc="0">
              <a:solidFill>
                <a:schemeClr val="tx1"/>
              </a:solidFill>
              <a:latin typeface="Adwaita Sans"/>
              <a:cs typeface="Adwaita Sans"/>
            </a:endParaRPr>
          </a:p>
          <a:p>
            <a:pPr marL="272865" indent="-272865">
              <a:buFont typeface="Arial"/>
              <a:buAutoNum type="arabicPeriod"/>
              <a:defRPr/>
            </a:pPr>
            <a:r>
              <a:rPr lang="en-US" sz="2100" b="0" i="0" u="none" strike="noStrike" cap="none" spc="0">
                <a:solidFill>
                  <a:schemeClr val="tx1"/>
                </a:solidFill>
                <a:latin typeface="Adwaita Sans"/>
                <a:ea typeface="Adwaita Sans"/>
                <a:cs typeface="Adwaita Sans"/>
              </a:rPr>
              <a:t>    Разработать серверную и клиентскую части приложения</a:t>
            </a:r>
            <a:endParaRPr sz="2100" b="0" i="0" u="none" strike="noStrike" cap="none" spc="0">
              <a:solidFill>
                <a:schemeClr val="tx1"/>
              </a:solidFill>
              <a:latin typeface="Adwaita Sans"/>
              <a:cs typeface="Adwaita Sans"/>
            </a:endParaRPr>
          </a:p>
          <a:p>
            <a:pPr marL="272865" indent="-272865">
              <a:buFont typeface="Arial"/>
              <a:buAutoNum type="arabicPeriod"/>
              <a:defRPr/>
            </a:pPr>
            <a:r>
              <a:rPr lang="en-US" sz="2100" b="0" i="0" u="none" strike="noStrike" cap="none" spc="0">
                <a:solidFill>
                  <a:schemeClr val="tx1"/>
                </a:solidFill>
                <a:latin typeface="Adwaita Sans"/>
                <a:ea typeface="Adwaita Sans"/>
                <a:cs typeface="Adwaita Sans"/>
              </a:rPr>
              <a:t>    Провести тестирование и документирование системы</a:t>
            </a:r>
            <a:endParaRPr>
              <a:latin typeface="Adwaita Sans"/>
              <a:cs typeface="Adwaita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4734191" name="Title 1"/>
          <p:cNvSpPr>
            <a:spLocks noGrp="1"/>
          </p:cNvSpPr>
          <p:nvPr>
            <p:ph type="title"/>
          </p:nvPr>
        </p:nvSpPr>
        <p:spPr bwMode="auto">
          <a:xfrm>
            <a:off x="839787" y="365125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ru-RU">
                <a:latin typeface="Adwaita Sans"/>
                <a:ea typeface="Adwaita Sans"/>
                <a:cs typeface="Adwaita Sans"/>
              </a:rPr>
              <a:t>Предметная область и анализ аналогов</a:t>
            </a:r>
            <a:endParaRPr>
              <a:latin typeface="Adwaita Sans"/>
              <a:cs typeface="Adwaita Sans"/>
            </a:endParaRPr>
          </a:p>
        </p:txBody>
      </p:sp>
      <p:sp>
        <p:nvSpPr>
          <p:cNvPr id="155317539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1045767" y="1681162"/>
            <a:ext cx="2578892" cy="411955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  <p:txBody>
          <a:bodyPr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>
              <a:defRPr/>
            </a:pPr>
            <a:r>
              <a:rPr lang="ru-RU">
                <a:latin typeface="Adwaita Sans"/>
                <a:ea typeface="Adwaita Sans"/>
                <a:cs typeface="Adwaita Sans"/>
              </a:rPr>
              <a:t>Буккроссинг</a:t>
            </a:r>
            <a:endParaRPr>
              <a:latin typeface="Adwaita Sans"/>
              <a:cs typeface="Adwaita Sans"/>
            </a:endParaRPr>
          </a:p>
        </p:txBody>
      </p:sp>
      <p:sp>
        <p:nvSpPr>
          <p:cNvPr id="535192831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1045767" y="2093118"/>
            <a:ext cx="2578892" cy="2048270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ru-RU" sz="2100" b="0" i="0" u="none" strike="noStrike" cap="none" spc="0">
                <a:solidFill>
                  <a:schemeClr val="tx1"/>
                </a:solidFill>
                <a:latin typeface="Adwaita Sans"/>
                <a:ea typeface="Adwaita Sans"/>
                <a:cs typeface="Adwaita Sans"/>
              </a:rPr>
              <a:t>Международное сообщество, отслеживание перемещения книги</a:t>
            </a:r>
            <a:endParaRPr lang="ru-RU" sz="2100" b="0" i="0" u="none" strike="noStrike" cap="none" spc="0">
              <a:solidFill>
                <a:schemeClr val="tx1"/>
              </a:solidFill>
              <a:latin typeface="Adwaita Sans"/>
              <a:ea typeface="Adwaita Sans"/>
              <a:cs typeface="Adwaita Sans"/>
            </a:endParaRPr>
          </a:p>
        </p:txBody>
      </p:sp>
      <p:sp>
        <p:nvSpPr>
          <p:cNvPr id="1667202079" name="Text Placeholder 2"/>
          <p:cNvSpPr>
            <a:spLocks noGrp="1"/>
          </p:cNvSpPr>
          <p:nvPr/>
        </p:nvSpPr>
        <p:spPr bwMode="auto">
          <a:xfrm flipH="0" flipV="0">
            <a:off x="3624660" y="1681162"/>
            <a:ext cx="2578892" cy="411954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685800" rtl="0">
              <a:lnSpc>
                <a:spcPct val="90000"/>
              </a:lnSpc>
              <a:spcBef>
                <a:spcPts val="749"/>
              </a:spcBef>
              <a:buFont typeface="Arial"/>
              <a:buNone/>
              <a:defRPr sz="18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l" defTabSz="685800" rtl="0">
              <a:lnSpc>
                <a:spcPct val="90000"/>
              </a:lnSpc>
              <a:spcBef>
                <a:spcPts val="374"/>
              </a:spcBef>
              <a:buFont typeface="Arial"/>
              <a:buNone/>
              <a:defRPr sz="15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l" defTabSz="685800" rtl="0">
              <a:lnSpc>
                <a:spcPct val="90000"/>
              </a:lnSpc>
              <a:spcBef>
                <a:spcPts val="374"/>
              </a:spcBef>
              <a:buFont typeface="Arial"/>
              <a:buNone/>
              <a:defRPr sz="135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l" defTabSz="685800" rtl="0">
              <a:lnSpc>
                <a:spcPct val="90000"/>
              </a:lnSpc>
              <a:spcBef>
                <a:spcPts val="374"/>
              </a:spcBef>
              <a:buFont typeface="Arial"/>
              <a:buNone/>
              <a:defRPr sz="12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l" defTabSz="685800" rtl="0">
              <a:lnSpc>
                <a:spcPct val="90000"/>
              </a:lnSpc>
              <a:spcBef>
                <a:spcPts val="374"/>
              </a:spcBef>
              <a:buFont typeface="Arial"/>
              <a:buNone/>
              <a:defRPr sz="12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l" defTabSz="685800" rtl="0">
              <a:lnSpc>
                <a:spcPct val="90000"/>
              </a:lnSpc>
              <a:spcBef>
                <a:spcPts val="374"/>
              </a:spcBef>
              <a:buFont typeface="Arial"/>
              <a:buNone/>
              <a:defRPr sz="12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l" defTabSz="685800" rtl="0">
              <a:lnSpc>
                <a:spcPct val="90000"/>
              </a:lnSpc>
              <a:spcBef>
                <a:spcPts val="374"/>
              </a:spcBef>
              <a:buFont typeface="Arial"/>
              <a:buNone/>
              <a:defRPr sz="12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>
              <a:lnSpc>
                <a:spcPct val="90000"/>
              </a:lnSpc>
              <a:spcBef>
                <a:spcPts val="374"/>
              </a:spcBef>
              <a:buFont typeface="Arial"/>
              <a:buNone/>
              <a:defRPr sz="12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l" defTabSz="685800" rtl="0">
              <a:lnSpc>
                <a:spcPct val="90000"/>
              </a:lnSpc>
              <a:spcBef>
                <a:spcPts val="374"/>
              </a:spcBef>
              <a:buFont typeface="Arial"/>
              <a:buNone/>
              <a:defRPr sz="12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>
                <a:latin typeface="Adwaita Sans"/>
                <a:ea typeface="Adwaita Sans"/>
                <a:cs typeface="Adwaita Sans"/>
              </a:rPr>
              <a:t>Флибуста</a:t>
            </a:r>
            <a:endParaRPr>
              <a:latin typeface="Adwaita Sans"/>
              <a:cs typeface="Adwaita Sans"/>
            </a:endParaRPr>
          </a:p>
        </p:txBody>
      </p:sp>
      <p:sp>
        <p:nvSpPr>
          <p:cNvPr id="931478040" name="Content Placeholder 3"/>
          <p:cNvSpPr>
            <a:spLocks noGrp="1"/>
          </p:cNvSpPr>
          <p:nvPr/>
        </p:nvSpPr>
        <p:spPr bwMode="auto">
          <a:xfrm flipH="0" flipV="0">
            <a:off x="3624660" y="2093117"/>
            <a:ext cx="2578892" cy="2048271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>
              <a:lnSpc>
                <a:spcPct val="90000"/>
              </a:lnSpc>
              <a:spcBef>
                <a:spcPts val="749"/>
              </a:spcBef>
              <a:buFont typeface="Arial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  <a:defRPr/>
            </a:pPr>
            <a:r>
              <a:rPr lang="ru-RU" sz="2100" b="0" i="0" u="none" strike="noStrike" cap="none" spc="0">
                <a:solidFill>
                  <a:schemeClr val="tx1"/>
                </a:solidFill>
                <a:latin typeface="Adwaita Sans"/>
                <a:ea typeface="Adwaita Sans"/>
                <a:cs typeface="Adwaita Sans"/>
              </a:rPr>
              <a:t>Огромный каталог</a:t>
            </a:r>
            <a:endParaRPr>
              <a:latin typeface="Adwaita Sans"/>
              <a:cs typeface="Adwaita Sans"/>
            </a:endParaRPr>
          </a:p>
          <a:p>
            <a:pPr marL="0" indent="0">
              <a:buFont typeface="Arial"/>
              <a:buNone/>
              <a:defRPr/>
            </a:pPr>
            <a:endParaRPr>
              <a:latin typeface="Adwaita Sans"/>
              <a:cs typeface="Adwaita Sans"/>
            </a:endParaRPr>
          </a:p>
          <a:p>
            <a:pPr marL="0" indent="0">
              <a:buFont typeface="Arial"/>
              <a:buNone/>
              <a:defRPr/>
            </a:pPr>
            <a:endParaRPr>
              <a:latin typeface="Adwaita Sans"/>
              <a:cs typeface="Adwaita Sans"/>
            </a:endParaRPr>
          </a:p>
        </p:txBody>
      </p:sp>
      <p:sp>
        <p:nvSpPr>
          <p:cNvPr id="155841075" name="Content Placeholder 3"/>
          <p:cNvSpPr>
            <a:spLocks noGrp="1"/>
          </p:cNvSpPr>
          <p:nvPr/>
        </p:nvSpPr>
        <p:spPr bwMode="auto">
          <a:xfrm flipH="0" flipV="0">
            <a:off x="1045767" y="4141388"/>
            <a:ext cx="2578892" cy="2048269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>
              <a:lnSpc>
                <a:spcPct val="90000"/>
              </a:lnSpc>
              <a:spcBef>
                <a:spcPts val="749"/>
              </a:spcBef>
              <a:buFont typeface="Arial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  <a:defRPr/>
            </a:pPr>
            <a:r>
              <a:rPr lang="ru-RU" sz="2100" b="0" i="0" u="none" strike="noStrike" cap="none" spc="0">
                <a:solidFill>
                  <a:schemeClr val="tx1"/>
                </a:solidFill>
                <a:latin typeface="Adwaita Sans"/>
                <a:ea typeface="Adwaita Sans"/>
                <a:cs typeface="Adwaita Sans"/>
              </a:rPr>
              <a:t>Нет прямого обмена, книгу нужно «отпустить»</a:t>
            </a:r>
            <a:endParaRPr lang="ru-RU" sz="2100" b="0" i="0" u="none" strike="noStrike" cap="none" spc="0">
              <a:solidFill>
                <a:schemeClr val="tx1"/>
              </a:solidFill>
              <a:latin typeface="Adwaita Sans"/>
              <a:cs typeface="Adwaita Sans"/>
            </a:endParaRPr>
          </a:p>
        </p:txBody>
      </p:sp>
      <p:sp>
        <p:nvSpPr>
          <p:cNvPr id="1198922688" name="Content Placeholder 3"/>
          <p:cNvSpPr>
            <a:spLocks noGrp="1"/>
          </p:cNvSpPr>
          <p:nvPr/>
        </p:nvSpPr>
        <p:spPr bwMode="auto">
          <a:xfrm flipH="0" flipV="0">
            <a:off x="3624660" y="4141388"/>
            <a:ext cx="2578891" cy="2048270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>
              <a:lnSpc>
                <a:spcPct val="90000"/>
              </a:lnSpc>
              <a:spcBef>
                <a:spcPts val="749"/>
              </a:spcBef>
              <a:buFont typeface="Arial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  <a:defRPr/>
            </a:pPr>
            <a:r>
              <a:rPr lang="ru-RU" sz="2100" b="0" i="0" u="none" strike="noStrike" cap="none" spc="0">
                <a:solidFill>
                  <a:schemeClr val="tx1"/>
                </a:solidFill>
                <a:latin typeface="Adwaita Sans"/>
                <a:ea typeface="Adwaita Sans"/>
                <a:cs typeface="Adwaita Sans"/>
              </a:rPr>
              <a:t>Только электронные книги. Правовые вопросы</a:t>
            </a:r>
            <a:endParaRPr lang="ru-RU">
              <a:latin typeface="Adwaita Sans"/>
              <a:cs typeface="Adwaita Sans"/>
            </a:endParaRPr>
          </a:p>
        </p:txBody>
      </p:sp>
      <p:sp>
        <p:nvSpPr>
          <p:cNvPr id="688560977" name="Content Placeholder 3"/>
          <p:cNvSpPr>
            <a:spLocks noGrp="1"/>
          </p:cNvSpPr>
          <p:nvPr/>
        </p:nvSpPr>
        <p:spPr bwMode="auto">
          <a:xfrm rot="16199969" flipH="0" flipV="0">
            <a:off x="-184346" y="2911275"/>
            <a:ext cx="2048271" cy="411955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 marL="171450" indent="-171450" algn="l" defTabSz="685800" rtl="0">
              <a:lnSpc>
                <a:spcPct val="90000"/>
              </a:lnSpc>
              <a:spcBef>
                <a:spcPts val="749"/>
              </a:spcBef>
              <a:buFont typeface="Arial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  <a:defRPr/>
            </a:pPr>
            <a:r>
              <a:rPr lang="ru-RU" sz="1900" b="0" i="0" u="none" strike="noStrike" cap="none" spc="0">
                <a:solidFill>
                  <a:schemeClr val="accent6">
                    <a:lumMod val="50000"/>
                  </a:schemeClr>
                </a:solidFill>
                <a:latin typeface="Adwaita Sans"/>
                <a:ea typeface="Adwaita Sans"/>
                <a:cs typeface="Adwaita Sans"/>
              </a:rPr>
              <a:t>Преимущества</a:t>
            </a:r>
            <a:endParaRPr>
              <a:solidFill>
                <a:schemeClr val="accent6">
                  <a:lumMod val="50000"/>
                </a:schemeClr>
              </a:solidFill>
              <a:latin typeface="Adwaita Sans"/>
              <a:cs typeface="Adwaita Sans"/>
            </a:endParaRPr>
          </a:p>
        </p:txBody>
      </p:sp>
      <p:sp>
        <p:nvSpPr>
          <p:cNvPr id="267374025" name="Content Placeholder 3"/>
          <p:cNvSpPr>
            <a:spLocks noGrp="1"/>
          </p:cNvSpPr>
          <p:nvPr/>
        </p:nvSpPr>
        <p:spPr bwMode="auto">
          <a:xfrm rot="16199969" flipH="0" flipV="0">
            <a:off x="-184346" y="4959545"/>
            <a:ext cx="2048270" cy="411954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 marL="171450" indent="-171450" algn="l" defTabSz="685800" rtl="0">
              <a:lnSpc>
                <a:spcPct val="90000"/>
              </a:lnSpc>
              <a:spcBef>
                <a:spcPts val="749"/>
              </a:spcBef>
              <a:buFont typeface="Arial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  <a:defRPr/>
            </a:pPr>
            <a:r>
              <a:rPr lang="ru-RU" sz="1900" b="0" i="0" u="none" strike="noStrike" cap="none" spc="0">
                <a:solidFill>
                  <a:schemeClr val="accent2">
                    <a:lumMod val="50000"/>
                  </a:schemeClr>
                </a:solidFill>
                <a:latin typeface="Adwaita Sans"/>
                <a:ea typeface="Adwaita Sans"/>
                <a:cs typeface="Adwaita Sans"/>
              </a:rPr>
              <a:t>Недостатки</a:t>
            </a:r>
            <a:endParaRPr>
              <a:solidFill>
                <a:schemeClr val="accent2">
                  <a:lumMod val="50000"/>
                </a:schemeClr>
              </a:solidFill>
              <a:latin typeface="Adwaita Sans"/>
              <a:cs typeface="Adwaita Sans"/>
            </a:endParaRPr>
          </a:p>
        </p:txBody>
      </p:sp>
      <p:sp>
        <p:nvSpPr>
          <p:cNvPr id="1187633711" name="Text Placeholder 2"/>
          <p:cNvSpPr>
            <a:spLocks noGrp="1"/>
          </p:cNvSpPr>
          <p:nvPr/>
        </p:nvSpPr>
        <p:spPr bwMode="auto">
          <a:xfrm flipH="0" flipV="0">
            <a:off x="6203553" y="1681162"/>
            <a:ext cx="2578892" cy="411954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685800" rtl="0">
              <a:lnSpc>
                <a:spcPct val="90000"/>
              </a:lnSpc>
              <a:spcBef>
                <a:spcPts val="749"/>
              </a:spcBef>
              <a:buFont typeface="Arial"/>
              <a:buNone/>
              <a:defRPr sz="18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l" defTabSz="685800" rtl="0">
              <a:lnSpc>
                <a:spcPct val="90000"/>
              </a:lnSpc>
              <a:spcBef>
                <a:spcPts val="374"/>
              </a:spcBef>
              <a:buFont typeface="Arial"/>
              <a:buNone/>
              <a:defRPr sz="15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l" defTabSz="685800" rtl="0">
              <a:lnSpc>
                <a:spcPct val="90000"/>
              </a:lnSpc>
              <a:spcBef>
                <a:spcPts val="374"/>
              </a:spcBef>
              <a:buFont typeface="Arial"/>
              <a:buNone/>
              <a:defRPr sz="135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l" defTabSz="685800" rtl="0">
              <a:lnSpc>
                <a:spcPct val="90000"/>
              </a:lnSpc>
              <a:spcBef>
                <a:spcPts val="374"/>
              </a:spcBef>
              <a:buFont typeface="Arial"/>
              <a:buNone/>
              <a:defRPr sz="12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l" defTabSz="685800" rtl="0">
              <a:lnSpc>
                <a:spcPct val="90000"/>
              </a:lnSpc>
              <a:spcBef>
                <a:spcPts val="374"/>
              </a:spcBef>
              <a:buFont typeface="Arial"/>
              <a:buNone/>
              <a:defRPr sz="12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l" defTabSz="685800" rtl="0">
              <a:lnSpc>
                <a:spcPct val="90000"/>
              </a:lnSpc>
              <a:spcBef>
                <a:spcPts val="374"/>
              </a:spcBef>
              <a:buFont typeface="Arial"/>
              <a:buNone/>
              <a:defRPr sz="12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l" defTabSz="685800" rtl="0">
              <a:lnSpc>
                <a:spcPct val="90000"/>
              </a:lnSpc>
              <a:spcBef>
                <a:spcPts val="374"/>
              </a:spcBef>
              <a:buFont typeface="Arial"/>
              <a:buNone/>
              <a:defRPr sz="12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>
              <a:lnSpc>
                <a:spcPct val="90000"/>
              </a:lnSpc>
              <a:spcBef>
                <a:spcPts val="374"/>
              </a:spcBef>
              <a:buFont typeface="Arial"/>
              <a:buNone/>
              <a:defRPr sz="12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l" defTabSz="685800" rtl="0">
              <a:lnSpc>
                <a:spcPct val="90000"/>
              </a:lnSpc>
              <a:spcBef>
                <a:spcPts val="374"/>
              </a:spcBef>
              <a:buFont typeface="Arial"/>
              <a:buNone/>
              <a:defRPr sz="12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>
                <a:latin typeface="Adwaita Sans"/>
                <a:ea typeface="Adwaita Sans"/>
                <a:cs typeface="Adwaita Sans"/>
              </a:rPr>
              <a:t>Авито / Юла</a:t>
            </a:r>
            <a:endParaRPr>
              <a:latin typeface="Adwaita Sans"/>
              <a:cs typeface="Adwaita Sans"/>
            </a:endParaRPr>
          </a:p>
        </p:txBody>
      </p:sp>
      <p:sp>
        <p:nvSpPr>
          <p:cNvPr id="596335280" name="Content Placeholder 3"/>
          <p:cNvSpPr>
            <a:spLocks noGrp="1"/>
          </p:cNvSpPr>
          <p:nvPr/>
        </p:nvSpPr>
        <p:spPr bwMode="auto">
          <a:xfrm flipH="0" flipV="0">
            <a:off x="6203553" y="2093118"/>
            <a:ext cx="2578892" cy="2048269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>
              <a:lnSpc>
                <a:spcPct val="90000"/>
              </a:lnSpc>
              <a:spcBef>
                <a:spcPts val="749"/>
              </a:spcBef>
              <a:buFont typeface="Arial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  <a:defRPr/>
            </a:pPr>
            <a:r>
              <a:rPr lang="ru-RU" sz="2100" b="0" i="0" u="none" strike="noStrike" cap="none" spc="0">
                <a:solidFill>
                  <a:schemeClr val="tx1"/>
                </a:solidFill>
                <a:latin typeface="Adwaita Sans"/>
                <a:ea typeface="Adwaita Sans"/>
                <a:cs typeface="Adwaita Sans"/>
              </a:rPr>
              <a:t>Широкая аудитория</a:t>
            </a:r>
            <a:endParaRPr lang="ru-RU" sz="2100" b="0" i="0" u="none" strike="noStrike" cap="none" spc="0">
              <a:solidFill>
                <a:schemeClr val="tx1"/>
              </a:solidFill>
              <a:latin typeface="Adwaita Sans"/>
              <a:ea typeface="Adwaita Sans"/>
              <a:cs typeface="Adwaita Sans"/>
            </a:endParaRPr>
          </a:p>
        </p:txBody>
      </p:sp>
      <p:sp>
        <p:nvSpPr>
          <p:cNvPr id="309259742" name="Content Placeholder 3"/>
          <p:cNvSpPr>
            <a:spLocks noGrp="1"/>
          </p:cNvSpPr>
          <p:nvPr/>
        </p:nvSpPr>
        <p:spPr bwMode="auto">
          <a:xfrm flipH="0" flipV="0">
            <a:off x="8782446" y="2093117"/>
            <a:ext cx="2578891" cy="2048270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>
              <a:lnSpc>
                <a:spcPct val="90000"/>
              </a:lnSpc>
              <a:spcBef>
                <a:spcPts val="749"/>
              </a:spcBef>
              <a:buFont typeface="Arial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  <a:defRPr/>
            </a:pPr>
            <a:r>
              <a:rPr lang="ru-RU" sz="2100" b="0" i="0" u="none" strike="noStrike" cap="none" spc="0">
                <a:solidFill>
                  <a:schemeClr val="tx1"/>
                </a:solidFill>
                <a:latin typeface="Adwaita Sans"/>
                <a:ea typeface="Adwaita Sans"/>
                <a:cs typeface="Adwaita Sans"/>
              </a:rPr>
              <a:t>Просто</a:t>
            </a:r>
            <a:r>
              <a:rPr lang="ru-RU" sz="2100" b="0" i="0" u="none" strike="noStrike" cap="none" spc="0">
                <a:solidFill>
                  <a:schemeClr val="tx1"/>
                </a:solidFill>
                <a:latin typeface="Adwaita Sans"/>
                <a:ea typeface="Adwaita Sans"/>
                <a:cs typeface="Adwaita Sans"/>
              </a:rPr>
              <a:t>, бесплатно</a:t>
            </a:r>
            <a:endParaRPr lang="ru-RU">
              <a:latin typeface="Adwaita Sans"/>
              <a:cs typeface="Adwaita Sans"/>
            </a:endParaRPr>
          </a:p>
        </p:txBody>
      </p:sp>
      <p:sp>
        <p:nvSpPr>
          <p:cNvPr id="521568311" name="Content Placeholder 3"/>
          <p:cNvSpPr>
            <a:spLocks noGrp="1"/>
          </p:cNvSpPr>
          <p:nvPr/>
        </p:nvSpPr>
        <p:spPr bwMode="auto">
          <a:xfrm flipH="0" flipV="0">
            <a:off x="6203553" y="4141389"/>
            <a:ext cx="2578891" cy="2048269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>
              <a:lnSpc>
                <a:spcPct val="90000"/>
              </a:lnSpc>
              <a:spcBef>
                <a:spcPts val="749"/>
              </a:spcBef>
              <a:buFont typeface="Arial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  <a:defRPr/>
            </a:pPr>
            <a:r>
              <a:rPr lang="ru-RU" sz="2100" b="0" i="0" u="none" strike="noStrike" cap="none" spc="0">
                <a:solidFill>
                  <a:schemeClr val="tx1"/>
                </a:solidFill>
                <a:latin typeface="Adwaita Sans"/>
                <a:ea typeface="Adwaita Sans"/>
                <a:cs typeface="Adwaita Sans"/>
              </a:rPr>
              <a:t>Нет специализации, много спама, платные услуги</a:t>
            </a:r>
            <a:endParaRPr lang="ru-RU" sz="2100" b="0" i="0" u="none" strike="noStrike" cap="none" spc="0">
              <a:solidFill>
                <a:schemeClr val="tx1"/>
              </a:solidFill>
              <a:latin typeface="Adwaita Sans"/>
              <a:cs typeface="Adwaita Sans"/>
            </a:endParaRPr>
          </a:p>
        </p:txBody>
      </p:sp>
      <p:sp>
        <p:nvSpPr>
          <p:cNvPr id="330631033" name="Content Placeholder 3"/>
          <p:cNvSpPr>
            <a:spLocks noGrp="1"/>
          </p:cNvSpPr>
          <p:nvPr/>
        </p:nvSpPr>
        <p:spPr bwMode="auto">
          <a:xfrm flipH="0" flipV="0">
            <a:off x="8782446" y="4141389"/>
            <a:ext cx="2578891" cy="2048270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>
              <a:lnSpc>
                <a:spcPct val="90000"/>
              </a:lnSpc>
              <a:spcBef>
                <a:spcPts val="749"/>
              </a:spcBef>
              <a:buFont typeface="Arial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>
              <a:lnSpc>
                <a:spcPct val="90000"/>
              </a:lnSpc>
              <a:spcBef>
                <a:spcPts val="374"/>
              </a:spcBef>
              <a:buFont typeface="Arial"/>
              <a:buChar char="•"/>
              <a:defRPr sz="13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  <a:defRPr/>
            </a:pPr>
            <a:r>
              <a:rPr lang="ru-RU" sz="2100" b="0" i="0" u="none" strike="noStrike" cap="none" spc="0">
                <a:solidFill>
                  <a:schemeClr val="tx1"/>
                </a:solidFill>
                <a:latin typeface="Adwaita Sans"/>
                <a:ea typeface="Adwaita Sans"/>
                <a:cs typeface="Adwaita Sans"/>
              </a:rPr>
              <a:t>Нет структуры, сложно искать, нет рейтингов</a:t>
            </a:r>
            <a:endParaRPr lang="ru-RU">
              <a:latin typeface="Adwaita Sans"/>
              <a:cs typeface="Adwaita Sans"/>
            </a:endParaRPr>
          </a:p>
        </p:txBody>
      </p:sp>
      <p:sp>
        <p:nvSpPr>
          <p:cNvPr id="114724145" name="Text Placeholder 2"/>
          <p:cNvSpPr>
            <a:spLocks noGrp="1"/>
          </p:cNvSpPr>
          <p:nvPr/>
        </p:nvSpPr>
        <p:spPr bwMode="auto">
          <a:xfrm flipH="0" flipV="0">
            <a:off x="8782446" y="1681162"/>
            <a:ext cx="2578891" cy="411954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685800" rtl="0">
              <a:lnSpc>
                <a:spcPct val="90000"/>
              </a:lnSpc>
              <a:spcBef>
                <a:spcPts val="749"/>
              </a:spcBef>
              <a:buFont typeface="Arial"/>
              <a:buNone/>
              <a:defRPr sz="18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l" defTabSz="685800" rtl="0">
              <a:lnSpc>
                <a:spcPct val="90000"/>
              </a:lnSpc>
              <a:spcBef>
                <a:spcPts val="374"/>
              </a:spcBef>
              <a:buFont typeface="Arial"/>
              <a:buNone/>
              <a:defRPr sz="15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l" defTabSz="685800" rtl="0">
              <a:lnSpc>
                <a:spcPct val="90000"/>
              </a:lnSpc>
              <a:spcBef>
                <a:spcPts val="374"/>
              </a:spcBef>
              <a:buFont typeface="Arial"/>
              <a:buNone/>
              <a:defRPr sz="135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l" defTabSz="685800" rtl="0">
              <a:lnSpc>
                <a:spcPct val="90000"/>
              </a:lnSpc>
              <a:spcBef>
                <a:spcPts val="374"/>
              </a:spcBef>
              <a:buFont typeface="Arial"/>
              <a:buNone/>
              <a:defRPr sz="12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l" defTabSz="685800" rtl="0">
              <a:lnSpc>
                <a:spcPct val="90000"/>
              </a:lnSpc>
              <a:spcBef>
                <a:spcPts val="374"/>
              </a:spcBef>
              <a:buFont typeface="Arial"/>
              <a:buNone/>
              <a:defRPr sz="12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l" defTabSz="685800" rtl="0">
              <a:lnSpc>
                <a:spcPct val="90000"/>
              </a:lnSpc>
              <a:spcBef>
                <a:spcPts val="374"/>
              </a:spcBef>
              <a:buFont typeface="Arial"/>
              <a:buNone/>
              <a:defRPr sz="12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l" defTabSz="685800" rtl="0">
              <a:lnSpc>
                <a:spcPct val="90000"/>
              </a:lnSpc>
              <a:spcBef>
                <a:spcPts val="374"/>
              </a:spcBef>
              <a:buFont typeface="Arial"/>
              <a:buNone/>
              <a:defRPr sz="12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>
              <a:lnSpc>
                <a:spcPct val="90000"/>
              </a:lnSpc>
              <a:spcBef>
                <a:spcPts val="374"/>
              </a:spcBef>
              <a:buFont typeface="Arial"/>
              <a:buNone/>
              <a:defRPr sz="12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l" defTabSz="685800" rtl="0">
              <a:lnSpc>
                <a:spcPct val="90000"/>
              </a:lnSpc>
              <a:spcBef>
                <a:spcPts val="374"/>
              </a:spcBef>
              <a:buFont typeface="Arial"/>
              <a:buNone/>
              <a:defRPr sz="12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>
                <a:latin typeface="Adwaita Sans"/>
                <a:ea typeface="Adwaita Sans"/>
                <a:cs typeface="Adwaita Sans"/>
              </a:rPr>
              <a:t>Мессенджеры</a:t>
            </a:r>
            <a:endParaRPr>
              <a:latin typeface="Adwaita Sans"/>
              <a:cs typeface="Adwaita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8476970" name="Title 1"/>
          <p:cNvSpPr>
            <a:spLocks noGrp="1"/>
          </p:cNvSpPr>
          <p:nvPr>
            <p:ph type="title"/>
          </p:nvPr>
        </p:nvSpPr>
        <p:spPr bwMode="auto">
          <a:xfrm>
            <a:off x="838198" y="34395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ru-RU">
                <a:latin typeface="Adwaita Sans"/>
                <a:ea typeface="Adwaita Sans"/>
                <a:cs typeface="Adwaita Sans"/>
              </a:rPr>
              <a:t>Архитектура системы и база данных</a:t>
            </a:r>
            <a:r>
              <a:rPr lang="ru-RU">
                <a:latin typeface="Adwaita Sans"/>
                <a:ea typeface="Adwaita Sans"/>
                <a:cs typeface="Adwaita Sans"/>
              </a:rPr>
              <a:t>, 1/3</a:t>
            </a:r>
            <a:endParaRPr>
              <a:latin typeface="Adwaita Sans"/>
              <a:cs typeface="Adwaita Sans"/>
            </a:endParaRPr>
          </a:p>
        </p:txBody>
      </p:sp>
      <p:pic>
        <p:nvPicPr>
          <p:cNvPr id="31736495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63020" y="992187"/>
            <a:ext cx="5905499" cy="5448299"/>
          </a:xfrm>
          <a:prstGeom prst="rect">
            <a:avLst/>
          </a:prstGeom>
        </p:spPr>
      </p:pic>
      <p:pic>
        <p:nvPicPr>
          <p:cNvPr id="1031447077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548437" y="992187"/>
            <a:ext cx="5038724" cy="5076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0382567" name="Title 1"/>
          <p:cNvSpPr>
            <a:spLocks noGrp="1"/>
          </p:cNvSpPr>
          <p:nvPr>
            <p:ph type="title"/>
          </p:nvPr>
        </p:nvSpPr>
        <p:spPr bwMode="auto">
          <a:xfrm>
            <a:off x="838198" y="34395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ru-RU">
                <a:latin typeface="Adwaita Sans"/>
                <a:ea typeface="Adwaita Sans"/>
                <a:cs typeface="Adwaita Sans"/>
              </a:rPr>
              <a:t>База данных и сущности, 2/3</a:t>
            </a:r>
            <a:endParaRPr>
              <a:latin typeface="Adwaita Sans"/>
              <a:cs typeface="Adwaita Sans"/>
            </a:endParaRPr>
          </a:p>
        </p:txBody>
      </p:sp>
      <p:pic>
        <p:nvPicPr>
          <p:cNvPr id="193026435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582083" y="1005416"/>
            <a:ext cx="4390823" cy="2711979"/>
          </a:xfrm>
          <a:prstGeom prst="rect">
            <a:avLst/>
          </a:prstGeom>
        </p:spPr>
      </p:pic>
      <p:pic>
        <p:nvPicPr>
          <p:cNvPr id="1737236702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5172603" y="1005416"/>
            <a:ext cx="6351354" cy="3662112"/>
          </a:xfrm>
          <a:prstGeom prst="rect">
            <a:avLst/>
          </a:prstGeom>
        </p:spPr>
      </p:pic>
      <p:pic>
        <p:nvPicPr>
          <p:cNvPr id="2104660364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582083" y="3865562"/>
            <a:ext cx="4390823" cy="267943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875683" name="Title 1"/>
          <p:cNvSpPr>
            <a:spLocks noGrp="1"/>
          </p:cNvSpPr>
          <p:nvPr>
            <p:ph type="title"/>
          </p:nvPr>
        </p:nvSpPr>
        <p:spPr bwMode="auto">
          <a:xfrm>
            <a:off x="838198" y="34395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ru-RU">
                <a:latin typeface="Adwaita Sans"/>
                <a:ea typeface="Adwaita Sans"/>
                <a:cs typeface="Adwaita Sans"/>
              </a:rPr>
              <a:t>База данных и сущности,</a:t>
            </a:r>
            <a:r>
              <a:rPr lang="ru-RU">
                <a:latin typeface="Adwaita Sans"/>
                <a:ea typeface="Adwaita Sans"/>
                <a:cs typeface="Adwaita Sans"/>
              </a:rPr>
              <a:t> 3/3</a:t>
            </a:r>
            <a:endParaRPr>
              <a:latin typeface="Adwaita Sans"/>
              <a:cs typeface="Adwaita Sans"/>
            </a:endParaRPr>
          </a:p>
        </p:txBody>
      </p:sp>
      <p:pic>
        <p:nvPicPr>
          <p:cNvPr id="103211695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661458" y="1017665"/>
            <a:ext cx="3996562" cy="2718908"/>
          </a:xfrm>
          <a:prstGeom prst="rect">
            <a:avLst/>
          </a:prstGeom>
        </p:spPr>
      </p:pic>
      <p:pic>
        <p:nvPicPr>
          <p:cNvPr id="86970014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4988749" y="1017665"/>
            <a:ext cx="6244166" cy="3001672"/>
          </a:xfrm>
          <a:prstGeom prst="rect">
            <a:avLst/>
          </a:prstGeom>
        </p:spPr>
      </p:pic>
      <p:pic>
        <p:nvPicPr>
          <p:cNvPr id="1049513951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661458" y="3828198"/>
            <a:ext cx="3996562" cy="285276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6339325" name="Title 1"/>
          <p:cNvSpPr>
            <a:spLocks noGrp="1"/>
          </p:cNvSpPr>
          <p:nvPr>
            <p:ph type="title"/>
          </p:nvPr>
        </p:nvSpPr>
        <p:spPr bwMode="auto">
          <a:xfrm>
            <a:off x="745594" y="113770"/>
            <a:ext cx="10515600" cy="1325561"/>
          </a:xfrm>
        </p:spPr>
        <p:txBody>
          <a:bodyPr/>
          <a:lstStyle/>
          <a:p>
            <a:pPr algn="ctr">
              <a:defRPr/>
            </a:pPr>
            <a:r>
              <a:rPr lang="ru-RU">
                <a:latin typeface="Adwaita Sans"/>
                <a:ea typeface="Adwaita Sans"/>
                <a:cs typeface="Adwaita Sans"/>
              </a:rPr>
              <a:t>Связи между сущностями</a:t>
            </a:r>
            <a:endParaRPr>
              <a:latin typeface="Adwaita Sans"/>
              <a:cs typeface="Adwaita Sans"/>
            </a:endParaRPr>
          </a:p>
        </p:txBody>
      </p:sp>
      <p:pic>
        <p:nvPicPr>
          <p:cNvPr id="70787587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800348" y="1269999"/>
            <a:ext cx="6591299" cy="50958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188366" name="Title 1"/>
          <p:cNvSpPr>
            <a:spLocks noGrp="1"/>
          </p:cNvSpPr>
          <p:nvPr>
            <p:ph type="title"/>
          </p:nvPr>
        </p:nvSpPr>
        <p:spPr bwMode="auto">
          <a:xfrm>
            <a:off x="745594" y="113770"/>
            <a:ext cx="10515600" cy="1325561"/>
          </a:xfrm>
        </p:spPr>
        <p:txBody>
          <a:bodyPr/>
          <a:lstStyle/>
          <a:p>
            <a:pPr algn="ctr">
              <a:defRPr/>
            </a:pPr>
            <a:r>
              <a:rPr lang="ru-RU">
                <a:latin typeface="Adwaita Sans"/>
                <a:ea typeface="Adwaita Sans"/>
                <a:cs typeface="Adwaita Sans"/>
              </a:rPr>
              <a:t>Диаграммы: Ментальная карта</a:t>
            </a:r>
            <a:endParaRPr>
              <a:latin typeface="Adwaita Sans"/>
              <a:cs typeface="Adwaita Sans"/>
            </a:endParaRPr>
          </a:p>
        </p:txBody>
      </p:sp>
      <p:pic>
        <p:nvPicPr>
          <p:cNvPr id="67992629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065040" y="1098020"/>
            <a:ext cx="9876706" cy="542395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6569683" name="Title 1"/>
          <p:cNvSpPr>
            <a:spLocks noGrp="1"/>
          </p:cNvSpPr>
          <p:nvPr>
            <p:ph type="title"/>
          </p:nvPr>
        </p:nvSpPr>
        <p:spPr bwMode="auto">
          <a:xfrm>
            <a:off x="745594" y="2255573"/>
            <a:ext cx="10515600" cy="1325561"/>
          </a:xfrm>
        </p:spPr>
        <p:txBody>
          <a:bodyPr/>
          <a:lstStyle/>
          <a:p>
            <a:pPr algn="ctr">
              <a:defRPr/>
            </a:pPr>
            <a:r>
              <a:rPr lang="ru-RU">
                <a:latin typeface="Adwaita Sans"/>
                <a:ea typeface="Adwaita Sans"/>
                <a:cs typeface="Adwaita Sans"/>
              </a:rPr>
              <a:t>Диаграммы: </a:t>
            </a:r>
            <a:r>
              <a:rPr lang="ru-RU" sz="3300" b="0" i="0" u="none" strike="noStrike" cap="none" spc="0">
                <a:solidFill>
                  <a:schemeClr val="tx1"/>
                </a:solidFill>
                <a:latin typeface="Adwaita Sans"/>
                <a:ea typeface="Adwaita Sans"/>
                <a:cs typeface="Adwaita Sans"/>
              </a:rPr>
              <a:t>Модель в нотации IDEF0</a:t>
            </a:r>
            <a:endParaRPr>
              <a:latin typeface="Adwaita Sans"/>
              <a:cs typeface="Adwaita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8170481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57187" y="198437"/>
            <a:ext cx="5915239" cy="6414633"/>
          </a:xfrm>
          <a:prstGeom prst="rect">
            <a:avLst/>
          </a:prstGeom>
        </p:spPr>
      </p:pic>
      <p:sp>
        <p:nvSpPr>
          <p:cNvPr id="1247156374" name=""/>
          <p:cNvSpPr txBox="1"/>
          <p:nvPr/>
        </p:nvSpPr>
        <p:spPr bwMode="auto">
          <a:xfrm rot="0" flipH="0" flipV="0">
            <a:off x="6573642" y="198437"/>
            <a:ext cx="485314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 sz="1800" b="0" i="0" u="none" strike="noStrike" cap="none" spc="0">
                <a:solidFill>
                  <a:schemeClr val="tx1"/>
                </a:solidFill>
                <a:latin typeface="Adwaita Sans"/>
                <a:ea typeface="Adwaita Sans"/>
                <a:cs typeface="Adwaita Sans"/>
              </a:rPr>
              <a:t>Контекстная диаграмма A-0</a:t>
            </a:r>
            <a:endParaRPr>
              <a:latin typeface="Adwaita Sans"/>
              <a:cs typeface="Adwaita Sans"/>
            </a:endParaRPr>
          </a:p>
        </p:txBody>
      </p:sp>
      <p:sp>
        <p:nvSpPr>
          <p:cNvPr id="1514052082" name=""/>
          <p:cNvSpPr txBox="1"/>
          <p:nvPr/>
        </p:nvSpPr>
        <p:spPr bwMode="auto">
          <a:xfrm rot="0" flipH="0" flipV="0">
            <a:off x="6437807" y="940324"/>
            <a:ext cx="4743689" cy="3109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ru-RU">
                <a:latin typeface="Adwaita Sans"/>
                <a:ea typeface="Adwaita Sans"/>
                <a:cs typeface="Adwaita Sans"/>
              </a:rPr>
              <a:t>IDEF0 — методология функционального моделирования (англ. function modeling) и графическая нотация, предназначенная для формализации и описания бизнес-процессов. Отличительной особенностью IDEF0 является ее акцент на соподчиненность объектов. В IDEF0 рассматриваются логические отношения между работами, а не их временная последовательность (поток работ)</a:t>
            </a:r>
            <a:endParaRPr lang="ru-RU">
              <a:latin typeface="Adwaita Sans"/>
              <a:cs typeface="Adwaita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407948" name=""/>
          <p:cNvSpPr txBox="1"/>
          <p:nvPr/>
        </p:nvSpPr>
        <p:spPr bwMode="auto">
          <a:xfrm rot="0" flipH="0" flipV="0">
            <a:off x="3838606" y="5343210"/>
            <a:ext cx="485386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ru-RU" sz="1800" b="0" i="0" u="none" strike="noStrike" cap="none" spc="0">
                <a:solidFill>
                  <a:schemeClr val="tx1"/>
                </a:solidFill>
                <a:latin typeface="Adwaita Sans"/>
                <a:ea typeface="Adwaita Sans"/>
                <a:cs typeface="Adwaita Sans"/>
              </a:rPr>
              <a:t>Декомпозиция первого уровня A0</a:t>
            </a:r>
            <a:endParaRPr>
              <a:latin typeface="Adwaita Sans"/>
              <a:cs typeface="Adwaita Sans"/>
            </a:endParaRPr>
          </a:p>
        </p:txBody>
      </p:sp>
      <p:pic>
        <p:nvPicPr>
          <p:cNvPr id="133854012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14756" y="1558733"/>
            <a:ext cx="11762487" cy="352281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1174530" name="Title 1"/>
          <p:cNvSpPr>
            <a:spLocks noGrp="1"/>
          </p:cNvSpPr>
          <p:nvPr>
            <p:ph type="title"/>
          </p:nvPr>
        </p:nvSpPr>
        <p:spPr bwMode="auto">
          <a:xfrm>
            <a:off x="745594" y="113770"/>
            <a:ext cx="10515600" cy="1325561"/>
          </a:xfrm>
        </p:spPr>
        <p:txBody>
          <a:bodyPr/>
          <a:lstStyle/>
          <a:p>
            <a:pPr algn="ctr">
              <a:defRPr/>
            </a:pPr>
            <a:r>
              <a:rPr lang="ru-RU">
                <a:latin typeface="Adwaita Sans"/>
                <a:ea typeface="Adwaita Sans"/>
                <a:cs typeface="Adwaita Sans"/>
              </a:rPr>
              <a:t>Диаграммы:</a:t>
            </a:r>
            <a:r>
              <a:rPr lang="en-US">
                <a:latin typeface="Adwaita Sans"/>
                <a:ea typeface="Adwaita Sans"/>
                <a:cs typeface="Adwaita Sans"/>
              </a:rPr>
              <a:t> </a:t>
            </a:r>
            <a:r>
              <a:rPr lang="ru-RU">
                <a:latin typeface="Adwaita Sans"/>
                <a:ea typeface="Adwaita Sans"/>
                <a:cs typeface="Adwaita Sans"/>
              </a:rPr>
              <a:t>нотация </a:t>
            </a:r>
            <a:r>
              <a:rPr lang="en-US">
                <a:latin typeface="Adwaita Sans"/>
                <a:ea typeface="Adwaita Sans"/>
                <a:cs typeface="Adwaita Sans"/>
              </a:rPr>
              <a:t>DFD</a:t>
            </a:r>
            <a:endParaRPr>
              <a:latin typeface="Adwaita Sans"/>
              <a:cs typeface="Adwaita Sans"/>
            </a:endParaRPr>
          </a:p>
        </p:txBody>
      </p:sp>
      <p:pic>
        <p:nvPicPr>
          <p:cNvPr id="120843545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07457" y="1143000"/>
            <a:ext cx="11191874" cy="3162299"/>
          </a:xfrm>
          <a:prstGeom prst="rect">
            <a:avLst/>
          </a:prstGeom>
        </p:spPr>
      </p:pic>
      <p:sp>
        <p:nvSpPr>
          <p:cNvPr id="1705952913" name=""/>
          <p:cNvSpPr txBox="1"/>
          <p:nvPr/>
        </p:nvSpPr>
        <p:spPr bwMode="auto">
          <a:xfrm rot="0" flipH="0" flipV="0">
            <a:off x="3472062" y="4488544"/>
            <a:ext cx="5062664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>
                <a:latin typeface="Adwaita Sans"/>
                <a:ea typeface="Adwaita Sans"/>
                <a:cs typeface="Adwaita Sans"/>
              </a:rPr>
              <a:t>Контекстная диаграмма (уровень 0)</a:t>
            </a:r>
            <a:endParaRPr>
              <a:latin typeface="Adwaita Sans"/>
              <a:cs typeface="Adwaita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0498865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736130" y="857249"/>
            <a:ext cx="10719739" cy="3754456"/>
          </a:xfrm>
          <a:prstGeom prst="rect">
            <a:avLst/>
          </a:prstGeom>
        </p:spPr>
      </p:pic>
      <p:sp>
        <p:nvSpPr>
          <p:cNvPr id="779003893" name=""/>
          <p:cNvSpPr txBox="1"/>
          <p:nvPr/>
        </p:nvSpPr>
        <p:spPr bwMode="auto">
          <a:xfrm rot="0" flipH="0" flipV="0">
            <a:off x="2264149" y="4783726"/>
            <a:ext cx="766370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>
                <a:latin typeface="Adwaita Sans"/>
                <a:ea typeface="Adwaita Sans"/>
                <a:cs typeface="Adwaita Sans"/>
              </a:rPr>
              <a:t>Диаграмма уровня 1 — Декомпозиция системы</a:t>
            </a:r>
            <a:endParaRPr>
              <a:latin typeface="Adwaita Sans"/>
              <a:cs typeface="Adwaita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4610552" name=""/>
          <p:cNvSpPr txBox="1"/>
          <p:nvPr/>
        </p:nvSpPr>
        <p:spPr bwMode="auto">
          <a:xfrm rot="0" flipH="0" flipV="0">
            <a:off x="2264149" y="5601428"/>
            <a:ext cx="766442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ru-RU" sz="1800" b="0" i="0" u="none" strike="noStrike" cap="none" spc="0">
                <a:solidFill>
                  <a:schemeClr val="tx1"/>
                </a:solidFill>
                <a:latin typeface="Adwaita Sans"/>
                <a:ea typeface="Adwaita Sans"/>
                <a:cs typeface="Adwaita Sans"/>
              </a:rPr>
              <a:t>Процесс «Обмен книгами» (уровень 2)</a:t>
            </a:r>
            <a:endParaRPr lang="ru-RU">
              <a:latin typeface="Adwaita Sans"/>
              <a:cs typeface="Adwaita Sans"/>
            </a:endParaRPr>
          </a:p>
        </p:txBody>
      </p:sp>
      <p:pic>
        <p:nvPicPr>
          <p:cNvPr id="164136221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972214" y="272142"/>
            <a:ext cx="10138714" cy="51800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1919806" name="Title 1"/>
          <p:cNvSpPr>
            <a:spLocks noGrp="1"/>
          </p:cNvSpPr>
          <p:nvPr>
            <p:ph type="title"/>
          </p:nvPr>
        </p:nvSpPr>
        <p:spPr bwMode="auto">
          <a:xfrm>
            <a:off x="745594" y="290663"/>
            <a:ext cx="10515600" cy="1325561"/>
          </a:xfrm>
        </p:spPr>
        <p:txBody>
          <a:bodyPr/>
          <a:lstStyle/>
          <a:p>
            <a:pPr algn="ctr">
              <a:defRPr/>
            </a:pPr>
            <a:r>
              <a:rPr lang="ru-RU">
                <a:latin typeface="Adwaita Sans"/>
                <a:ea typeface="Adwaita Sans"/>
                <a:cs typeface="Adwaita Sans"/>
              </a:rPr>
              <a:t>Диаграммы: нотация </a:t>
            </a:r>
            <a:r>
              <a:rPr lang="en-US">
                <a:latin typeface="Adwaita Sans"/>
                <a:ea typeface="Adwaita Sans"/>
                <a:cs typeface="Adwaita Sans"/>
              </a:rPr>
              <a:t>BPMN</a:t>
            </a:r>
            <a:r>
              <a:rPr lang="ru-RU">
                <a:latin typeface="Adwaita Sans"/>
                <a:ea typeface="Adwaita Sans"/>
                <a:cs typeface="Adwaita Sans"/>
              </a:rPr>
              <a:t>, </a:t>
            </a:r>
            <a:r>
              <a:rPr lang="en-US">
                <a:latin typeface="Adwaita Sans"/>
                <a:ea typeface="Adwaita Sans"/>
                <a:cs typeface="Adwaita Sans"/>
              </a:rPr>
              <a:t>UML </a:t>
            </a:r>
            <a:r>
              <a:rPr lang="ru-RU">
                <a:latin typeface="Adwaita Sans"/>
                <a:ea typeface="Adwaita Sans"/>
                <a:cs typeface="Adwaita Sans"/>
              </a:rPr>
              <a:t>и </a:t>
            </a:r>
            <a:r>
              <a:rPr lang="en-US">
                <a:latin typeface="Adwaita Sans"/>
                <a:ea typeface="Adwaita Sans"/>
                <a:cs typeface="Adwaita Sans"/>
              </a:rPr>
              <a:t>ER</a:t>
            </a:r>
            <a:r>
              <a:rPr lang="ru-RU">
                <a:latin typeface="Adwaita Sans"/>
                <a:cs typeface="Adwaita Sans"/>
              </a:rPr>
              <a:t>.</a:t>
            </a:r>
            <a:br>
              <a:rPr lang="ru-RU">
                <a:latin typeface="Adwaita Sans"/>
                <a:cs typeface="Adwaita Sans"/>
              </a:rPr>
            </a:br>
            <a:r>
              <a:rPr lang="ru-RU">
                <a:latin typeface="Adwaita Sans"/>
                <a:cs typeface="Adwaita Sans"/>
              </a:rPr>
              <a:t>Проект на </a:t>
            </a:r>
            <a:r>
              <a:rPr lang="en-US">
                <a:latin typeface="Adwaita Sans"/>
                <a:cs typeface="Adwaita Sans"/>
              </a:rPr>
              <a:t>GitHub</a:t>
            </a:r>
            <a:endParaRPr>
              <a:latin typeface="Adwaita Sans"/>
              <a:cs typeface="Adwaita Sans"/>
            </a:endParaRPr>
          </a:p>
        </p:txBody>
      </p:sp>
      <p:sp>
        <p:nvSpPr>
          <p:cNvPr id="555873871" name=""/>
          <p:cNvSpPr txBox="1"/>
          <p:nvPr/>
        </p:nvSpPr>
        <p:spPr bwMode="auto">
          <a:xfrm rot="0" flipH="0" flipV="0">
            <a:off x="2258177" y="4837066"/>
            <a:ext cx="7162686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en-US" sz="1800" b="0" i="0" u="none" strike="noStrike" cap="none" spc="0">
                <a:solidFill>
                  <a:schemeClr val="accent1">
                    <a:lumMod val="75000"/>
                  </a:schemeClr>
                </a:solidFill>
                <a:latin typeface="Arial"/>
                <a:ea typeface="Arial"/>
                <a:cs typeface="Arial"/>
              </a:rPr>
              <a:t>https://github.com/notvvs/projectirovanie</a:t>
            </a:r>
            <a:endParaRPr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00122581" name=""/>
          <p:cNvSpPr txBox="1"/>
          <p:nvPr/>
        </p:nvSpPr>
        <p:spPr bwMode="auto">
          <a:xfrm rot="0" flipH="0" flipV="0">
            <a:off x="1216580" y="1864178"/>
            <a:ext cx="924588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ru-RU">
                <a:latin typeface="Adwaita Sans"/>
                <a:ea typeface="Adwaita Sans"/>
                <a:cs typeface="Adwaita Sans"/>
              </a:rPr>
              <a:t>Предлагаем ознакомиться с диаграммами</a:t>
            </a:r>
            <a:r>
              <a:rPr lang="ru-RU">
                <a:latin typeface="Adwaita Sans"/>
                <a:ea typeface="Adwaita Sans"/>
                <a:cs typeface="Adwaita Sans"/>
              </a:rPr>
              <a:t> и проектом в целом</a:t>
            </a:r>
            <a:r>
              <a:rPr lang="en-US">
                <a:latin typeface="Adwaita Sans"/>
                <a:ea typeface="Adwaita Sans"/>
                <a:cs typeface="Adwaita Sans"/>
              </a:rPr>
              <a:t> </a:t>
            </a:r>
            <a:r>
              <a:rPr lang="ru-RU">
                <a:latin typeface="Adwaita Sans"/>
                <a:ea typeface="Adwaita Sans"/>
                <a:cs typeface="Adwaita Sans"/>
              </a:rPr>
              <a:t>на </a:t>
            </a:r>
            <a:r>
              <a:rPr lang="en-US">
                <a:latin typeface="Adwaita Sans"/>
                <a:ea typeface="Adwaita Sans"/>
                <a:cs typeface="Adwaita Sans"/>
              </a:rPr>
              <a:t>GitHub</a:t>
            </a:r>
            <a:r>
              <a:rPr>
                <a:latin typeface="Adwaita Sans"/>
                <a:ea typeface="Adwaita Sans"/>
                <a:cs typeface="Adwaita Sans"/>
              </a:rPr>
              <a:t>:</a:t>
            </a:r>
            <a:endParaRPr>
              <a:latin typeface="Adwaita Sans"/>
              <a:cs typeface="Adwaita Sans"/>
            </a:endParaRPr>
          </a:p>
        </p:txBody>
      </p:sp>
      <p:pic>
        <p:nvPicPr>
          <p:cNvPr id="181359962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721275" y="2490107"/>
            <a:ext cx="2246571" cy="2246571"/>
          </a:xfrm>
          <a:prstGeom prst="rect">
            <a:avLst/>
          </a:prstGeom>
        </p:spPr>
      </p:pic>
      <p:sp>
        <p:nvSpPr>
          <p:cNvPr id="1277023256" name=""/>
          <p:cNvSpPr txBox="1"/>
          <p:nvPr/>
        </p:nvSpPr>
        <p:spPr bwMode="auto">
          <a:xfrm rot="0" flipH="0" flipV="0">
            <a:off x="1216580" y="5676899"/>
            <a:ext cx="925596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ru-RU">
                <a:latin typeface="Adwaita Sans"/>
                <a:ea typeface="Adwaita Sans"/>
                <a:cs typeface="Adwaita Sans"/>
              </a:rPr>
              <a:t>Благодарим за внимание!</a:t>
            </a:r>
            <a:endParaRPr>
              <a:latin typeface="Adwaita Sans"/>
              <a:cs typeface="Adwaita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ONLYOFFICE/9.2.0.100</Application>
  <PresentationFormat>On-screen Show (4:3)</PresentationFormat>
  <Paragraphs>0</Paragraphs>
  <Slides>15</Slides>
  <Notes>15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7</cp:revision>
  <dcterms:modified xsi:type="dcterms:W3CDTF">2025-12-16T09:01:12Z</dcterms:modified>
</cp:coreProperties>
</file>